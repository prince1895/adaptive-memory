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1430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ADAPTIVE CONTEXT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A Production-Ready Long-Term Memory System for AI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adaptive-context-memory  |  TypeScript &amp; Node.js  |  npm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Semantic Memory  •  Episodic Memory  •  MMR Vector Search  •  LLM Contradiction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Prince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 Agents Forget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247120" cy="86868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019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Stateless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Every session starts fresh — zero memory of who the user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247120" cy="86868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077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Context Window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7355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Long conversations lose early context; critical info is dropped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1247120" cy="86868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No Contradiction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7939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Conflicting facts silently coexist — "User likes Python" vs "User stopped using Python"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1247120" cy="86868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919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Retrieval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85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Naive top-k similarity returns redundant, near-identical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adaptive-context-memory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A standalone npm library that gives AI agents persistent, intelligent long-term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2788920" cy="347472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Dual Memory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Semantic Facts + Episodic Bubbles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377440"/>
            <a:ext cx="2788920" cy="3474720"/>
          </a:xfrm>
          <a:prstGeom prst="rect">
            <a:avLst/>
          </a:prstGeom>
          <a:solidFill>
            <a:srgbClr val="0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MMR Vector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Diverse, non-redundant 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377440"/>
            <a:ext cx="2788920" cy="3474720"/>
          </a:xfrm>
          <a:prstGeom prst="rect">
            <a:avLst/>
          </a:prstGeom>
          <a:solidFill>
            <a:srgbClr val="4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Zero Heavy Deps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Pure TypeScript + better-sqlite3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2377440"/>
            <a:ext cx="2788920" cy="3474720"/>
          </a:xfrm>
          <a:prstGeom prst="rect">
            <a:avLst/>
          </a:prstGeom>
          <a:solidFill>
            <a:srgbClr val="6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Smart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ADD/UPDATE/REPLACE/DELETE via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943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96"/>
                </a:solidFill>
              </a:rPr>
              <a:t>npm install adaptive-context-memory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247120" cy="86868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ContextMemory class  |  add() · search() · consolidate() · purgeOldBubbles()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1247120" cy="868680"/>
          </a:xfrm>
          <a:prstGeom prst="rect">
            <a:avLst/>
          </a:prstGeom>
          <a:solidFill>
            <a:srgbClr val="0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Memory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ExtractionPhase  |  UpdatePhase  |  BubbleCreator  |  ConnectionFinder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11247120" cy="868680"/>
          </a:xfrm>
          <a:prstGeom prst="rect">
            <a:avLst/>
          </a:prstGeom>
          <a:solidFill>
            <a:srgbClr val="4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Vector &amp;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VectorStore (cosine similarity)  |  LRU Embedding Cache  |  SQLite via better-sqlite3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247120" cy="868680"/>
          </a:xfrm>
          <a:prstGeom prst="rect">
            <a:avLst/>
          </a:prstGeom>
          <a:solidFill>
            <a:srgbClr val="6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19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LLM Providers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74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OpenAI  |  OpenRouter  |  Exponential Backoff Retry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Dual Memory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394960" cy="438912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🧠  SEMANTIC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Long-term durable user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User's name is Prince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5584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User develops in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31335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User prefers dark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0682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User's goal: publish npm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231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User switched from Python to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Categories: profile · skill · preference · goal · professional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86400" cy="4389120"/>
          </a:xfrm>
          <a:prstGeom prst="rect">
            <a:avLst/>
          </a:prstGeom>
          <a:solidFill>
            <a:srgbClr val="0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⏱  EPISODIC BUBBLES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Time-bound events with importance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Production deploy deadline Friday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2971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imp: 0.9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Active bug: auth crash on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imp: 0.8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Meeting rescheduled to 3pm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1605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imp: 0.6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User asked to remember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47548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imp: 0.7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9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Auto-decays via recency scoring  |  Purge after N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MMR Vector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Maximum Marginal Relevance — balances similarity AND diversity to avoid redundant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247120" cy="105156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FF"/>
                </a:solidFill>
              </a:rPr>
              <a:t>MMR Score  =  λ · sim(c, query)  −  (1 − λ) · max{ sim(c, s) : s ∈ Selected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20440"/>
            <a:ext cx="3474720" cy="82296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λ =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611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Pure similarity ranking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520440"/>
            <a:ext cx="3474720" cy="82296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λ = 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11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Recommended — balanced (default)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520440"/>
            <a:ext cx="3474720" cy="82296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λ = 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611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Maximum diversity (greedy)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Embed query →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Cosine similarity scan of all memory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75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Apply recency decay for episodic bubbles (half-life 14d)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22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Apply importance weighting: score × √importance × recency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70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MMR re-rank: pick next result that is relevant but not redundant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6. Optionally fetch connected bubble 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LLM Contradiction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247120" cy="77724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371600" cy="777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New fact not in memory → store as new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11247120" cy="77724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24912"/>
            <a:ext cx="137160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950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90779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Same topic, more detail → enrich existing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11247120" cy="77724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21024"/>
            <a:ext cx="137160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8561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REPLACE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80390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Contradiction: 'switched from X to Y' → overwrite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17136"/>
            <a:ext cx="11247120" cy="77724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17136"/>
            <a:ext cx="1371600" cy="777240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81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70001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Discontinued: 'stopped using X' → remove 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13248"/>
            <a:ext cx="11247120" cy="77724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413248"/>
            <a:ext cx="1371600" cy="777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NOOP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596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Already stored with same meaning → skip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Decision Priority:  Contradiction → REPLACE/DELETE  |  Same meaning → NOOP  |  More detail → UPDATE  |  New → ADD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FULL-STACK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Production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657600" cy="438912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Next.js 15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</a:rPr>
              <a:t>Port 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Real-time chat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D3.js memory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Memory graph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SWR data fetching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4389120"/>
          </a:xfrm>
          <a:prstGeom prst="rect">
            <a:avLst/>
          </a:prstGeom>
          <a:solidFill>
            <a:srgbClr val="0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Express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14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</a:rPr>
              <a:t>Port 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POST /api/chat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GET /api/memories/graph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POST /api/memories/consolidate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DELETE /api/memories/:id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920240"/>
            <a:ext cx="3657600" cy="4389120"/>
          </a:xfrm>
          <a:prstGeom prst="rect">
            <a:avLst/>
          </a:prstGeom>
          <a:solidFill>
            <a:srgbClr val="4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SQLite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</a:rPr>
              <a:t>Embedded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memories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429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conversations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Vector embeddings stored as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 Auto-migrations on 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Complete Feature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Zero Binary Deps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Pure TypeScript cosine similarity — no FAISS, no C++ compilation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High-Perf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SQLite via better-sqlite3 with auto-schema migrations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LRU Embedding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512-slot LRU cache — repeated text = zero API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Batch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N texts in 1 API call; chunks of 100 for large batches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Auto-Retry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Exponential backoff handles rate limits (429)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Multi-Provider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17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OpenAI and OpenRouter plug-and-play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12079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5779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Memory Consolidation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499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Exact + vector-based deduplication with LLM merging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212079"/>
            <a:ext cx="5669280" cy="9601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25779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Bubble Decay &amp; Purge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71499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Recency scoring + soft-delete bubbles older than N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Get Started in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515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247120" cy="4297680"/>
          </a:xfrm>
          <a:prstGeom prst="rect">
            <a:avLst/>
          </a:prstGeom>
          <a:solidFill>
            <a:srgbClr val="08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import { configure, createTables, getDb, ContextMemory } from 'adaptive-context-memory';
// 1. Configure LLM provider
configure({ openrouterApiKey: process.env.OPENROUTER_API_KEY,
            llmProvider: 'openrouter', llmModel: 'openai/gpt-4o-mini' });
// 2. Initialize DB schema
createTables();
const memory = new ContextMemory(getDb());
// 3. Extract &amp; store memories from conversation
await memory.add([
  { role: 'user', content: "My name is Prince, I build TypeScript apps." }
], conversationId);
// 4. MMR semantic search — diverse, relevant results
const result = await memory.search("what tech does the user prefer?", conversationId);
console.log(result.results);   // [{ memory: "User is a TypeScript developer", score: 0.92 }]
// 5. Consolidate near-duplicate memories
await memory.consolidate(conversationId);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11430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adaptive-context-memory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703320"/>
            <a:ext cx="8229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96"/>
                </a:solidFill>
              </a:rPr>
              <a:t>npm install adaptive-context-memory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MIT License  |  TypeScript &amp; Node.js  |  Zero Heavy Dependencies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